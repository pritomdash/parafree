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hyperlink" Target="https://example.com/plan?a=1&amp;b=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Quarterly Results</a:t>
            </a:r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/>
            <a:r>
              <a:rPr lang="en-GB" b="1"/>
              <a:t>Revenue grew strongly </a:t>
            </a:r>
            <a:r>
              <a:rPr lang="en-GB" dirty="0"/>
              <a:t>this quarter across all teams.</a:t>
            </a:r>
          </a:p>
          <a:p>
            <a:r>
              <a:rPr lang="en-GB" i="1"/>
              <a:t>Costs fell in every region we operate in.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Next Steps</a:t>
            </a:r>
          </a:p>
        </p:txBody>
      </p:sp>
      <p:pic>
        <p:nvPicPr>
          <p:cNvPr id="4" name="Picture 4"/>
          <p:cNvPicPr/>
          <p:nvPr/>
        </p:nvPicPr>
        <p:blipFill/>
        <p:spPr/>
      </p:pic>
      <p:sp>
        <p:nvSpPr>
          <p:cNvPr id="3" name="Content 2"/>
          <p:cNvSpPr/>
          <p:nvPr>
            <p:ph idx="1"/>
          </p:nvPr>
        </p:nvSpPr>
        <p:spPr/>
        <p:txBody>
          <a:bodyPr anchor="ctr">
            <a:noAutofit/>
          </a:bodyPr>
          <a:lstStyle/>
          <a:p>
            <a:r>
              <a:rPr lang="en-GB" sz="2000">
                <a:solidFill>
                  <a:srgbClr val="C00000"/>
                </a:solidFill>
              </a:rPr>
              <a:t>Read the full plan on </a:t>
            </a:r>
            <a:r>
              <a:rPr lang="en-GB" u="sng">
                <a:hlinkClick r:id="rId2"/>
              </a:rPr>
              <a:t>the project site</a:t>
            </a:r>
            <a:r>
              <a:rPr lang="en-GB" dirty="0"/>
              <a:t> before Friday &amp; share it.</a:t>
            </a:r>
          </a:p>
          <a:p>
            <a:r>
              <a:rPr lang="en-GB" b="1" i="1"/>
              <a:t>Q&amp;A runs every Monday at 10:00.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2"/>
          <p:cNvSpPr/>
          <p:nvPr>
            <p:ph idx="1"/>
          </p:nvPr>
        </p:nvSpPr>
        <p:spPr/>
        <p:txBody>
          <a:bodyPr wrap="square">
            <a:normAutofit/>
          </a:bodyPr>
          <a:lstStyle/>
          <a:p>
            <a:r>
              <a:rPr lang="en-GB" dirty="0"/>
              <a:t>Smith, J. (2020). </a:t>
            </a:r>
            <a:r>
              <a:rPr lang="en-GB" i="1"/>
              <a:t>Paraphrasing at scale</a:t>
            </a:r>
            <a:r>
              <a:rPr lang="en-GB" dirty="0"/>
              <a:t>. Journal of Text, 12(3), 45–67.</a:t>
            </a:r>
          </a:p>
          <a:p>
            <a:r>
              <a:rPr lang="en-GB" dirty="0"/>
              <a:t>Lee, K. (2021). Writing tools. https://doi.org/10.1234/wt.2021</a:t>
            </a:r>
          </a:p>
        </p:txBody>
      </p:sp>
    </p:spTree>
  </p:cSld>
</p:sld>
</file>